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SWOT-анализ ЗАО «КенигРыба»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Краткая презентация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Тема: SWOT-анализ предприятия ЗАО «КенигРыба»</a:t>
            </a:r>
          </a:p>
          <a:p>
            <a:r>
              <a:t>Цель: Оценка сильных и слабых сторон компании, возможностей и угроз.</a:t>
            </a:r>
          </a:p>
          <a:p>
            <a:r>
              <a:t>Объект исследования: ЗАО «КенигРыба» — крупнейшее рыбопромысловое предприятие Калининградской области.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показатели деятельности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Основная деятельность: Рыболовство и производство замороженной рыбопродукции.</a:t>
            </a:r>
          </a:p>
          <a:p>
            <a:r>
              <a:t>Доля рынка: 40-45% рыбной продукции Калининградской области.</a:t>
            </a:r>
          </a:p>
          <a:p>
            <a:r>
              <a:t>Средний объем производства: 35-40 тысяч тонн рыбы ежегодно.</a:t>
            </a:r>
          </a:p>
          <a:p>
            <a:r>
              <a:t>Ключевые направления рыболовства: Атлантический океан и Центральные воды Африки.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Сильные стороны (Strengths)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30-летний опыт бизнеса.</a:t>
            </a:r>
          </a:p>
          <a:p>
            <a:r>
              <a:t>Стабильная ситуация в отрасли, рост потребности в рыбе.</a:t>
            </a:r>
          </a:p>
          <a:p>
            <a:r>
              <a:t>Долгосрочные квоты на вылов рыбы до 2032 года.</a:t>
            </a:r>
          </a:p>
          <a:p>
            <a:r>
              <a:t>Диверсификация рынков и поставщиков.</a:t>
            </a:r>
          </a:p>
          <a:p>
            <a:r>
              <a:t>Наличие собственного флота и производственных мощностей.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Слабые стороны (Weaknesses)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Старение флота (суда эксплуатируются более 30 лет).</a:t>
            </a:r>
          </a:p>
          <a:p>
            <a:r>
              <a:t>Отсутствие долгосрочной программы стратегического развития.</a:t>
            </a:r>
          </a:p>
          <a:p>
            <a:r>
              <a:t>Основной вылов рыбы в водах недружественных стран.</a:t>
            </a:r>
          </a:p>
          <a:p>
            <a:r>
              <a:t>Дополнительные затраты из-за санкций и изменения логистики.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Возможности (Opportunities)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Выход на новые рынки сбыта, переговоры с китайскими партнерами.</a:t>
            </a:r>
          </a:p>
          <a:p>
            <a:r>
              <a:t>Аренда квот для расширения ассортимента вылавливаемой рыбы.</a:t>
            </a:r>
          </a:p>
          <a:p>
            <a:r>
              <a:t>Инвестиции в обновление флота с государственной поддержкой.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Угрозы (Threats)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Возможные санкции и запреты на рыболовство в международных водах.</a:t>
            </a:r>
          </a:p>
          <a:p>
            <a:r>
              <a:t>Регулирование вылова рыбы международными организациями (NEAFC).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ЗАО «КенигРыба» обладает сильными конкурентными преимуществами.</a:t>
            </a:r>
          </a:p>
          <a:p>
            <a:r>
              <a:t>Требуется разработка стратегии для нейтрализации угроз и минимизации слабых сторон.</a:t>
            </a:r>
          </a:p>
          <a:p>
            <a:r>
              <a:t>Необходимо диверсифицировать бизнес, оптимизировать логистику и обновить стратегический план.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